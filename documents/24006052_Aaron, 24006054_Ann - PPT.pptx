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AE313F-E065-4C92-ACF0-193ED53ADF70}">
  <a:tblStyle styleId="{A6AE313F-E065-4C92-ACF0-193ED53ADF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3958" autoAdjust="0"/>
  </p:normalViewPr>
  <p:slideViewPr>
    <p:cSldViewPr snapToGrid="0">
      <p:cViewPr varScale="1">
        <p:scale>
          <a:sx n="157" d="100"/>
          <a:sy n="157" d="100"/>
        </p:scale>
        <p:origin x="1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69E334AE-E71A-0C60-DF33-650EA425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68AF3AA4-E239-8B4A-9221-1A9E2CA8A9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CB3D79E7-3C7C-E16D-3BB7-9D1B4EC54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044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5" r:id="rId4"/>
    <p:sldLayoutId id="2147483676" r:id="rId5"/>
    <p:sldLayoutId id="214748367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096850" y="3456249"/>
            <a:ext cx="1993822" cy="73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Developed by:</a:t>
            </a:r>
            <a:br>
              <a:rPr lang="en-US" dirty="0"/>
            </a:br>
            <a:r>
              <a:rPr lang="en-US" dirty="0"/>
              <a:t>Aaron &amp; Ann</a:t>
            </a:r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76241" y="1255199"/>
            <a:ext cx="6974700" cy="15653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dirty="0"/>
              <a:t>Contact Management System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431;p35">
            <a:extLst>
              <a:ext uri="{FF2B5EF4-FFF2-40B4-BE49-F238E27FC236}">
                <a16:creationId xmlns:a16="http://schemas.microsoft.com/office/drawing/2014/main" id="{167B7504-B6F2-DA46-908E-DF729CD9CDBD}"/>
              </a:ext>
            </a:extLst>
          </p:cNvPr>
          <p:cNvSpPr txBox="1">
            <a:spLocks/>
          </p:cNvSpPr>
          <p:nvPr/>
        </p:nvSpPr>
        <p:spPr>
          <a:xfrm>
            <a:off x="1059549" y="2560847"/>
            <a:ext cx="6974700" cy="709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45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 b="1" i="0" u="none" strike="noStrike" cap="non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 b="1" i="0" u="none" strike="noStrike" cap="non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 b="1" i="0" u="none" strike="noStrike" cap="non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 b="1" i="0" u="none" strike="noStrike" cap="non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 b="1" i="0" u="none" strike="noStrike" cap="non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 b="1" i="0" u="none" strike="noStrike" cap="non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 b="1" i="0" u="none" strike="noStrike" cap="non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 b="1" i="0" u="none" strike="noStrike" cap="non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algn="r"/>
            <a:r>
              <a:rPr lang="en-US" sz="2800" b="0" dirty="0"/>
              <a:t>Using Linked List in C</a:t>
            </a:r>
            <a:endParaRPr lang="en-IN" sz="2800" dirty="0">
              <a:solidFill>
                <a:schemeClr val="dk1"/>
              </a:solidFill>
            </a:endParaRPr>
          </a:p>
        </p:txBody>
      </p:sp>
      <p:sp>
        <p:nvSpPr>
          <p:cNvPr id="3" name="Google Shape;1430;p35">
            <a:extLst>
              <a:ext uri="{FF2B5EF4-FFF2-40B4-BE49-F238E27FC236}">
                <a16:creationId xmlns:a16="http://schemas.microsoft.com/office/drawing/2014/main" id="{08B77B51-8648-22FD-25FD-8A1EC611E25C}"/>
              </a:ext>
            </a:extLst>
          </p:cNvPr>
          <p:cNvSpPr txBox="1">
            <a:spLocks/>
          </p:cNvSpPr>
          <p:nvPr/>
        </p:nvSpPr>
        <p:spPr>
          <a:xfrm>
            <a:off x="3039712" y="3517077"/>
            <a:ext cx="1993822" cy="73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dirty="0"/>
              <a:t>Activity Project</a:t>
            </a:r>
            <a:endParaRPr lang="en-IN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graphicFrame>
        <p:nvGraphicFramePr>
          <p:cNvPr id="1459" name="Google Shape;1459;p36"/>
          <p:cNvGraphicFramePr/>
          <p:nvPr>
            <p:extLst>
              <p:ext uri="{D42A27DB-BD31-4B8C-83A1-F6EECF244321}">
                <p14:modId xmlns:p14="http://schemas.microsoft.com/office/powerpoint/2010/main" val="1969040328"/>
              </p:ext>
            </p:extLst>
          </p:nvPr>
        </p:nvGraphicFramePr>
        <p:xfrm>
          <a:off x="720000" y="1261257"/>
          <a:ext cx="7704000" cy="3244100"/>
        </p:xfrm>
        <a:graphic>
          <a:graphicData uri="http://schemas.openxmlformats.org/drawingml/2006/table">
            <a:tbl>
              <a:tblPr>
                <a:noFill/>
                <a:tableStyleId>{A6AE313F-E065-4C92-ACF0-193ED53ADF70}</a:tableStyleId>
              </a:tblPr>
              <a:tblGrid>
                <a:gridCol w="263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5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</a:t>
                      </a:r>
                      <a:endParaRPr lang="en-IN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Overview of the contact management system and its purpose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</a:t>
                      </a:r>
                      <a:endParaRPr lang="en-IN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To implement linked list and manage contacts efficiently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Features</a:t>
                      </a:r>
                      <a:endParaRPr lang="en-IN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Key functionalities like add, delete, search, update, and sort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5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Data Structure Used</a:t>
                      </a:r>
                      <a:endParaRPr lang="en-IN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Implementation of singly linked list for dynamic storage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Why Linked List?</a:t>
                      </a:r>
                      <a:endParaRPr lang="en-IN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flexibility, dynamic memory, and efficient operations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Operations</a:t>
                      </a:r>
                      <a:endParaRPr lang="en-IN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CRUD operations performed on the contact list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Advantages &amp; Limitations</a:t>
                      </a:r>
                      <a:endParaRPr lang="en-IN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Benefits and drawbacks of the system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203957"/>
                  </a:ext>
                </a:extLst>
              </a:tr>
              <a:tr h="407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</a:t>
                      </a:r>
                      <a:endParaRPr lang="en-IN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Summary of the project and learning outcomes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4602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3B9BF6-8EB2-B17B-63F6-605C4027F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Contact Management System is an application used to store and organize contact details such as names and phone numbers</a:t>
            </a:r>
          </a:p>
          <a:p>
            <a:r>
              <a:rPr lang="en-US" dirty="0"/>
              <a:t>This project is developed using the C programming language</a:t>
            </a:r>
          </a:p>
          <a:p>
            <a:r>
              <a:rPr lang="en-US" dirty="0"/>
              <a:t>It uses a Command Line Interface (CLI) for interaction</a:t>
            </a:r>
          </a:p>
          <a:p>
            <a:r>
              <a:rPr lang="en-US" dirty="0"/>
              <a:t>The system allows users to perform operations like adding, searching, updating, and deleting contacts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b="1" dirty="0"/>
              <a:t>It is a practical implementation of data structures in real-life scenarios.</a:t>
            </a:r>
          </a:p>
        </p:txBody>
      </p:sp>
      <p:grpSp>
        <p:nvGrpSpPr>
          <p:cNvPr id="1533" name="Google Shape;1533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96BFCE3D-DF66-6218-B6CF-1F570594D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B00DBE2F-5FC0-10E7-C5C1-A994DFA3E7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Objective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82EC6F-8CAA-3941-E4D0-1EFA9F742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understand and implement the concept of linked lists</a:t>
            </a:r>
          </a:p>
          <a:p>
            <a:r>
              <a:rPr lang="en-US" dirty="0"/>
              <a:t>To perform CRUD operations on dynamic data</a:t>
            </a:r>
          </a:p>
          <a:p>
            <a:r>
              <a:rPr lang="en-US" dirty="0"/>
              <a:t>To use file handling for data storage and retrieval</a:t>
            </a:r>
          </a:p>
          <a:p>
            <a:r>
              <a:rPr lang="en-US" dirty="0"/>
              <a:t>To design a simple, user-friendly menu-driven program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b="1" dirty="0"/>
              <a:t>The goal is to combine data structures with real-world application development.</a:t>
            </a:r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754F7C16-FA97-644B-D11F-A6D6F50AC967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CA661EC2-9907-736A-EB1B-B59EDA72C55A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6300CBB6-81BE-7654-3850-889EB244E932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7BB39095-3F50-DE59-268D-C894ECA51632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C8BC2646-0A12-D152-7904-2DEB2D17952E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AD321515-3C0E-B58E-E907-3A924F670DE7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0D254D49-398D-AB5A-EEAF-FD5257ACA10F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F2A564A6-0BD9-D1A8-ED1F-EF3624528165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2329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2549-A0AB-41B6-0E2F-E00889F3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4828C-F7A8-28AB-5D83-ADE208D46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new contacts with name and phone number</a:t>
            </a:r>
          </a:p>
          <a:p>
            <a:r>
              <a:rPr lang="en-US" dirty="0"/>
              <a:t>Delete contacts with confirmation</a:t>
            </a:r>
          </a:p>
          <a:p>
            <a:r>
              <a:rPr lang="en-US" dirty="0"/>
              <a:t>Update both name and phone details</a:t>
            </a:r>
          </a:p>
          <a:p>
            <a:r>
              <a:rPr lang="en-US" dirty="0"/>
              <a:t>Search contacts using:</a:t>
            </a:r>
          </a:p>
          <a:p>
            <a:pPr lvl="1"/>
            <a:r>
              <a:rPr lang="en-US" dirty="0"/>
              <a:t>Exact name</a:t>
            </a:r>
          </a:p>
          <a:p>
            <a:pPr lvl="1"/>
            <a:r>
              <a:rPr lang="en-US" dirty="0"/>
              <a:t>Partial name</a:t>
            </a:r>
          </a:p>
          <a:p>
            <a:pPr lvl="1"/>
            <a:r>
              <a:rPr lang="en-US" dirty="0"/>
              <a:t>Phone number</a:t>
            </a:r>
          </a:p>
          <a:p>
            <a:r>
              <a:rPr lang="en-US" dirty="0"/>
              <a:t>Sort contacts (Ascending and Descending order)</a:t>
            </a:r>
          </a:p>
          <a:p>
            <a:r>
              <a:rPr lang="en-US" dirty="0"/>
              <a:t>Prevent duplicate phone numbers</a:t>
            </a:r>
          </a:p>
          <a:p>
            <a:r>
              <a:rPr lang="en-US" dirty="0"/>
              <a:t>Display total contacts and statistics</a:t>
            </a:r>
          </a:p>
          <a:p>
            <a:endParaRPr lang="en-US" dirty="0"/>
          </a:p>
          <a:p>
            <a:pPr marL="139700" indent="0">
              <a:buNone/>
            </a:pPr>
            <a:r>
              <a:rPr lang="en-US" b="1" dirty="0"/>
              <a:t>These features make the system efficient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237172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D08CF-9BF9-78E9-0E98-646DF12E5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AF3C9-7D79-DDD0-2F44-345462E11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51743"/>
            <a:ext cx="7704000" cy="411300"/>
          </a:xfrm>
        </p:spPr>
        <p:txBody>
          <a:bodyPr/>
          <a:lstStyle/>
          <a:p>
            <a:pPr marL="139700" indent="0">
              <a:buNone/>
            </a:pPr>
            <a:r>
              <a:rPr lang="en-IN" b="1" dirty="0"/>
              <a:t>Singly Linked List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dirty="0"/>
              <a:t>A linked list is a linear data structure where elements are connected using pointers</a:t>
            </a:r>
          </a:p>
          <a:p>
            <a:r>
              <a:rPr lang="en-US" dirty="0"/>
              <a:t>Each contact is stored as a node</a:t>
            </a:r>
          </a:p>
          <a:p>
            <a:r>
              <a:rPr lang="en-US" dirty="0"/>
              <a:t>Each node contains:</a:t>
            </a:r>
          </a:p>
          <a:p>
            <a:pPr lvl="1"/>
            <a:r>
              <a:rPr lang="en-US" dirty="0"/>
              <a:t>Name (data)</a:t>
            </a:r>
          </a:p>
          <a:p>
            <a:pPr lvl="1"/>
            <a:r>
              <a:rPr lang="en-US" dirty="0"/>
              <a:t>Phone number (data)</a:t>
            </a:r>
          </a:p>
          <a:p>
            <a:pPr lvl="1"/>
            <a:r>
              <a:rPr lang="en-US" dirty="0"/>
              <a:t>Pointer to the next node</a:t>
            </a:r>
          </a:p>
          <a:p>
            <a:pPr lvl="1"/>
            <a:endParaRPr lang="en-US" dirty="0"/>
          </a:p>
          <a:p>
            <a:pPr marL="139700" indent="0">
              <a:buNone/>
            </a:pPr>
            <a:r>
              <a:rPr lang="en-US" b="1" dirty="0"/>
              <a:t>Nodes are created dynamically using malloc(), allowing flexible memory usage.</a:t>
            </a:r>
          </a:p>
        </p:txBody>
      </p:sp>
    </p:spTree>
    <p:extLst>
      <p:ext uri="{BB962C8B-B14F-4D97-AF65-F5344CB8AC3E}">
        <p14:creationId xmlns:p14="http://schemas.microsoft.com/office/powerpoint/2010/main" val="221707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71EA-3994-93CE-414F-0A07AC61C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Linked List?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43C4D-08AE-4E22-194D-3B1BD4B5C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arrays, linked lists do not have a fixed size</a:t>
            </a:r>
          </a:p>
          <a:p>
            <a:r>
              <a:rPr lang="en-US" dirty="0"/>
              <a:t>Memory is allocated dynamically as needed</a:t>
            </a:r>
          </a:p>
          <a:p>
            <a:r>
              <a:rPr lang="en-US" dirty="0"/>
              <a:t>Insertion and deletion are efficient (no shifting required)</a:t>
            </a:r>
          </a:p>
          <a:p>
            <a:r>
              <a:rPr lang="en-US" dirty="0"/>
              <a:t>Better memory utilization compared to static structures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b="1" dirty="0"/>
              <a:t>Hence, linked list is ideal for applications where data size keeps changing.</a:t>
            </a:r>
          </a:p>
        </p:txBody>
      </p:sp>
    </p:spTree>
    <p:extLst>
      <p:ext uri="{BB962C8B-B14F-4D97-AF65-F5344CB8AC3E}">
        <p14:creationId xmlns:p14="http://schemas.microsoft.com/office/powerpoint/2010/main" val="169283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C4E4-9E7C-8DEA-88E4-3592BAD2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61D81-F06A-CFDA-56DF-BA7AE10CD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Insertion (Add Contact)</a:t>
            </a:r>
            <a:br>
              <a:rPr lang="en-US" dirty="0"/>
            </a:br>
            <a:r>
              <a:rPr lang="en-US" dirty="0"/>
              <a:t>→ New contact is added at the beginning of the list</a:t>
            </a:r>
          </a:p>
          <a:p>
            <a:r>
              <a:rPr lang="en-US" b="1" dirty="0"/>
              <a:t>Traversal (Display Contacts)</a:t>
            </a:r>
            <a:br>
              <a:rPr lang="en-US" dirty="0"/>
            </a:br>
            <a:r>
              <a:rPr lang="en-US" dirty="0"/>
              <a:t>→ All nodes are accessed sequentially using a pointer</a:t>
            </a:r>
          </a:p>
          <a:p>
            <a:r>
              <a:rPr lang="en-US" b="1" dirty="0"/>
              <a:t>Search Operation</a:t>
            </a:r>
            <a:br>
              <a:rPr lang="en-US" dirty="0"/>
            </a:br>
            <a:r>
              <a:rPr lang="en-US" dirty="0"/>
              <a:t>→ Supports exact match, partial match, and phone search</a:t>
            </a:r>
          </a:p>
          <a:p>
            <a:r>
              <a:rPr lang="en-US" b="1" dirty="0"/>
              <a:t>Deletion Operation</a:t>
            </a:r>
            <a:br>
              <a:rPr lang="en-US" dirty="0"/>
            </a:br>
            <a:r>
              <a:rPr lang="en-US" dirty="0"/>
              <a:t>→ Node is removed and memory is freed</a:t>
            </a:r>
          </a:p>
          <a:p>
            <a:r>
              <a:rPr lang="en-US" b="1" dirty="0"/>
              <a:t>Update Operation</a:t>
            </a:r>
            <a:br>
              <a:rPr lang="en-US" dirty="0"/>
            </a:br>
            <a:r>
              <a:rPr lang="en-US" dirty="0"/>
              <a:t>→ Allows modification of existing contact details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b="1" dirty="0"/>
              <a:t>All operations are performed using pointer manipulation.</a:t>
            </a:r>
          </a:p>
        </p:txBody>
      </p:sp>
    </p:spTree>
    <p:extLst>
      <p:ext uri="{BB962C8B-B14F-4D97-AF65-F5344CB8AC3E}">
        <p14:creationId xmlns:p14="http://schemas.microsoft.com/office/powerpoint/2010/main" val="2141296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C932F-9258-AB23-6451-55D176F4E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0B869-62C5-31A7-1388-FFB62F447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Contacts are stored in a file named contacts.txt</a:t>
            </a:r>
          </a:p>
          <a:p>
            <a:r>
              <a:rPr lang="en-US" dirty="0"/>
              <a:t>Data is loaded into the linked list when the program starts</a:t>
            </a:r>
          </a:p>
          <a:p>
            <a:r>
              <a:rPr lang="en-US" dirty="0"/>
              <a:t>After every operation (add, delete, update), data is saved back to the file</a:t>
            </a:r>
          </a:p>
          <a:p>
            <a:r>
              <a:rPr lang="en-US" dirty="0"/>
              <a:t>Ensures data persistence even after program exit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b="1" dirty="0"/>
              <a:t>This makes the system more practical and usable.</a:t>
            </a:r>
          </a:p>
        </p:txBody>
      </p:sp>
    </p:spTree>
    <p:extLst>
      <p:ext uri="{BB962C8B-B14F-4D97-AF65-F5344CB8AC3E}">
        <p14:creationId xmlns:p14="http://schemas.microsoft.com/office/powerpoint/2010/main" val="1167342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1D9F-A199-58EF-C005-797F3305D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Limitations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D42D2A-97B1-47A0-4E47-D1BA593A6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Dynamic memory allocation</a:t>
            </a:r>
          </a:p>
          <a:p>
            <a:r>
              <a:rPr lang="en-US" dirty="0"/>
              <a:t>Efficient insertion and deletion</a:t>
            </a:r>
          </a:p>
          <a:p>
            <a:r>
              <a:rPr lang="en-US" dirty="0"/>
              <a:t>Simple implementation</a:t>
            </a:r>
          </a:p>
          <a:p>
            <a:r>
              <a:rPr lang="en-US" dirty="0"/>
              <a:t>Real-world application of linked lists</a:t>
            </a:r>
          </a:p>
          <a:p>
            <a:endParaRPr lang="en-US" dirty="0"/>
          </a:p>
          <a:p>
            <a:pPr marL="139700" indent="0">
              <a:buNone/>
            </a:pPr>
            <a:r>
              <a:rPr lang="en-US" b="1" dirty="0"/>
              <a:t>Limitations</a:t>
            </a:r>
          </a:p>
          <a:p>
            <a:r>
              <a:rPr lang="en-US" dirty="0"/>
              <a:t>No graphical interface (only CLI-based)</a:t>
            </a:r>
          </a:p>
          <a:p>
            <a:r>
              <a:rPr lang="en-US" dirty="0"/>
              <a:t>Searching takes linear time O(n)</a:t>
            </a:r>
          </a:p>
          <a:p>
            <a:r>
              <a:rPr lang="en-US" dirty="0"/>
              <a:t>Not optimized for very large datasets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b="1" dirty="0"/>
              <a:t>These limitations can be improved using advanced technologies.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60665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DE46-3A1D-B9BD-3523-7977F54D9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29240-B6C2-BC0F-8B8F-CD1796D15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Successfully implemented a Contact Management System using linked list</a:t>
            </a:r>
          </a:p>
          <a:p>
            <a:r>
              <a:rPr lang="en-US" dirty="0"/>
              <a:t>Learned concepts of:</a:t>
            </a:r>
          </a:p>
          <a:p>
            <a:pPr lvl="1"/>
            <a:r>
              <a:rPr lang="en-US" dirty="0"/>
              <a:t>Dynamic memory allocation</a:t>
            </a:r>
          </a:p>
          <a:p>
            <a:pPr lvl="1"/>
            <a:r>
              <a:rPr lang="en-US" dirty="0"/>
              <a:t>Pointer manipulation</a:t>
            </a:r>
          </a:p>
          <a:p>
            <a:pPr lvl="1"/>
            <a:r>
              <a:rPr lang="en-US" dirty="0"/>
              <a:t>File handling</a:t>
            </a:r>
          </a:p>
          <a:p>
            <a:r>
              <a:rPr lang="en-US" dirty="0"/>
              <a:t>The project demonstrates how data structures can solve practical problems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b="1" dirty="0"/>
              <a:t>Future improvements can include GUI, database integration, and faster search algorithms.</a:t>
            </a:r>
          </a:p>
        </p:txBody>
      </p:sp>
    </p:spTree>
    <p:extLst>
      <p:ext uri="{BB962C8B-B14F-4D97-AF65-F5344CB8AC3E}">
        <p14:creationId xmlns:p14="http://schemas.microsoft.com/office/powerpoint/2010/main" val="2380380995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duction to Coding Workshop by Slidesgo.pptx" id="{DDA134A6-28B4-4463-8820-B68DC323EA9B}" vid="{D3B294B2-5B61-4800-AEC3-02A0F5F2B26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Introduction to Coding Workshop</Template>
  <TotalTime>19</TotalTime>
  <Words>609</Words>
  <Application>Microsoft Office PowerPoint</Application>
  <PresentationFormat>On-screen Show (16:9)</PresentationFormat>
  <Paragraphs>103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Poppins</vt:lpstr>
      <vt:lpstr>Roboto Condensed Light</vt:lpstr>
      <vt:lpstr>IBM Plex Mono</vt:lpstr>
      <vt:lpstr>Arial</vt:lpstr>
      <vt:lpstr>Introduction to Coding Workshop by Slidesgo</vt:lpstr>
      <vt:lpstr>Contact Management System</vt:lpstr>
      <vt:lpstr>Contents of this template</vt:lpstr>
      <vt:lpstr>Introduction</vt:lpstr>
      <vt:lpstr>Objective</vt:lpstr>
      <vt:lpstr>Features</vt:lpstr>
      <vt:lpstr>Data Structure Used</vt:lpstr>
      <vt:lpstr>Why Linked List?</vt:lpstr>
      <vt:lpstr>Operations</vt:lpstr>
      <vt:lpstr>File Handling</vt:lpstr>
      <vt:lpstr>Advantages &amp; 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Geevarghese Mathews</dc:creator>
  <cp:lastModifiedBy>Aaron Geevarghese Mathews</cp:lastModifiedBy>
  <cp:revision>1</cp:revision>
  <dcterms:created xsi:type="dcterms:W3CDTF">2026-04-16T07:17:22Z</dcterms:created>
  <dcterms:modified xsi:type="dcterms:W3CDTF">2026-04-16T07:37:15Z</dcterms:modified>
</cp:coreProperties>
</file>